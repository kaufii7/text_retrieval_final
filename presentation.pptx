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3" r:id="rId1"/>
  </p:sldMasterIdLst>
  <p:sldIdLst>
    <p:sldId id="256" r:id="rId2"/>
    <p:sldId id="257" r:id="rId3"/>
    <p:sldId id="258" r:id="rId4"/>
    <p:sldId id="261" r:id="rId5"/>
    <p:sldId id="264" r:id="rId6"/>
    <p:sldId id="259" r:id="rId7"/>
    <p:sldId id="262" r:id="rId8"/>
    <p:sldId id="265" r:id="rId9"/>
    <p:sldId id="260" r:id="rId10"/>
    <p:sldId id="263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73"/>
  </p:normalViewPr>
  <p:slideViewPr>
    <p:cSldViewPr snapToGrid="0">
      <p:cViewPr varScale="1">
        <p:scale>
          <a:sx n="128" d="100"/>
          <a:sy n="128" d="100"/>
        </p:scale>
        <p:origin x="1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10A6-53EE-DA43-9E12-7F1E909F4CFF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A139D-C339-6847-B1B2-64D22A8A6D5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4912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10A6-53EE-DA43-9E12-7F1E909F4CFF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A139D-C339-6847-B1B2-64D22A8A6D5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93180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10A6-53EE-DA43-9E12-7F1E909F4CFF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A139D-C339-6847-B1B2-64D22A8A6D5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77674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10A6-53EE-DA43-9E12-7F1E909F4CFF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A139D-C339-6847-B1B2-64D22A8A6D5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10211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10A6-53EE-DA43-9E12-7F1E909F4CFF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A139D-C339-6847-B1B2-64D22A8A6D5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5497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10A6-53EE-DA43-9E12-7F1E909F4CFF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A139D-C339-6847-B1B2-64D22A8A6D5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48614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10A6-53EE-DA43-9E12-7F1E909F4CFF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A139D-C339-6847-B1B2-64D22A8A6D5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007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10A6-53EE-DA43-9E12-7F1E909F4CFF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A139D-C339-6847-B1B2-64D22A8A6D5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47584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10A6-53EE-DA43-9E12-7F1E909F4CFF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A139D-C339-6847-B1B2-64D22A8A6D5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95211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10A6-53EE-DA43-9E12-7F1E909F4CFF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A139D-C339-6847-B1B2-64D22A8A6D5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34011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10A6-53EE-DA43-9E12-7F1E909F4CFF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A139D-C339-6847-B1B2-64D22A8A6D5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28543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10A6-53EE-DA43-9E12-7F1E909F4CFF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A139D-C339-6847-B1B2-64D22A8A6D51}" type="slidenum">
              <a:rPr lang="en-IL" smtClean="0"/>
              <a:t>‹#›</a:t>
            </a:fld>
            <a:endParaRPr lang="en-IL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3538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10A6-53EE-DA43-9E12-7F1E909F4CFF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A139D-C339-6847-B1B2-64D22A8A6D5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376977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10A6-53EE-DA43-9E12-7F1E909F4CFF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A139D-C339-6847-B1B2-64D22A8A6D5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5478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10A6-53EE-DA43-9E12-7F1E909F4CFF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A139D-C339-6847-B1B2-64D22A8A6D5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86086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10A6-53EE-DA43-9E12-7F1E909F4CFF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A139D-C339-6847-B1B2-64D22A8A6D5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697427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10A6-53EE-DA43-9E12-7F1E909F4CFF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A139D-C339-6847-B1B2-64D22A8A6D5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95251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47110A6-53EE-DA43-9E12-7F1E909F4CFF}" type="datetimeFigureOut">
              <a:rPr lang="en-IL" smtClean="0"/>
              <a:t>16/01/2026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A139D-C339-6847-B1B2-64D22A8A6D5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389366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  <p:sldLayoutId id="2147483975" r:id="rId12"/>
    <p:sldLayoutId id="2147483976" r:id="rId13"/>
    <p:sldLayoutId id="2147483977" r:id="rId14"/>
    <p:sldLayoutId id="2147483978" r:id="rId15"/>
    <p:sldLayoutId id="2147483979" r:id="rId16"/>
    <p:sldLayoutId id="214748398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4934D-DBBC-3A64-20DE-CCCE0C632E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</a:t>
            </a:r>
            <a:r>
              <a:rPr lang="en-IL" b="1" dirty="0"/>
              <a:t>ext Retrieval – 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AF9FF0-71B7-6716-06E2-BD7E298F7A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</a:t>
            </a:r>
            <a:r>
              <a:rPr lang="en-IL" dirty="0"/>
              <a:t>y daniela shamrakov and yuval kaufman</a:t>
            </a:r>
          </a:p>
        </p:txBody>
      </p:sp>
    </p:spTree>
    <p:extLst>
      <p:ext uri="{BB962C8B-B14F-4D97-AF65-F5344CB8AC3E}">
        <p14:creationId xmlns:p14="http://schemas.microsoft.com/office/powerpoint/2010/main" val="2614834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AFFE2-30E8-06BE-4083-76667D8F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b="1" dirty="0"/>
              <a:t>Attempted Approaches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30FBE-1A3F-540B-0C86-2184FAEBC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L" sz="3200" dirty="0"/>
              <a:t>BM25</a:t>
            </a:r>
          </a:p>
          <a:p>
            <a:pPr marL="457200" indent="-457200">
              <a:buFont typeface="+mj-lt"/>
              <a:buAutoNum type="arabicPeriod"/>
            </a:pPr>
            <a:r>
              <a:rPr lang="en-IL" sz="3200" dirty="0"/>
              <a:t>ClustPsg</a:t>
            </a:r>
          </a:p>
          <a:p>
            <a:pPr marL="457200" indent="-457200">
              <a:buFont typeface="+mj-lt"/>
              <a:buAutoNum type="arabicPeriod"/>
            </a:pPr>
            <a:r>
              <a:rPr lang="en-IL" sz="3200" dirty="0"/>
              <a:t>Cross-Encoder Reranker</a:t>
            </a:r>
          </a:p>
        </p:txBody>
      </p:sp>
    </p:spTree>
    <p:extLst>
      <p:ext uri="{BB962C8B-B14F-4D97-AF65-F5344CB8AC3E}">
        <p14:creationId xmlns:p14="http://schemas.microsoft.com/office/powerpoint/2010/main" val="3914197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0998A-F795-34C7-E79E-275969032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4E184-A224-AE0D-29BC-672E275A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b="1" dirty="0"/>
              <a:t>BM25 - Pipeline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D22CE-6817-3868-F2C5-CFEC4E5A4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570163"/>
            <a:ext cx="7772400" cy="243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368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E71CC-C2A0-6106-6EEB-C493ED14E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5B190-46B7-14AC-A36D-3773DF1C5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b="1" dirty="0"/>
              <a:t>BM25 -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9A72A-89DA-F210-2D4A-86B33290E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L" sz="2400" dirty="0"/>
              <a:t>Retrieval Depth</a:t>
            </a:r>
          </a:p>
          <a:p>
            <a:pPr marL="457200" indent="-457200">
              <a:buFont typeface="+mj-lt"/>
              <a:buAutoNum type="arabicPeriod"/>
            </a:pPr>
            <a:r>
              <a:rPr lang="en-IL" sz="2400" dirty="0"/>
              <a:t>Usage of RM3</a:t>
            </a:r>
          </a:p>
          <a:p>
            <a:pPr marL="457200" indent="-457200">
              <a:buFont typeface="+mj-lt"/>
              <a:buAutoNum type="arabicPeriod"/>
            </a:pPr>
            <a:r>
              <a:rPr lang="en-IL" sz="2400" dirty="0"/>
              <a:t>Query Expansion Techniques</a:t>
            </a:r>
          </a:p>
        </p:txBody>
      </p:sp>
    </p:spTree>
    <p:extLst>
      <p:ext uri="{BB962C8B-B14F-4D97-AF65-F5344CB8AC3E}">
        <p14:creationId xmlns:p14="http://schemas.microsoft.com/office/powerpoint/2010/main" val="665237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337E3-CE7D-DE11-695E-0B82B7A23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33B34-9DC2-39D0-9854-5891E8208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b="1" dirty="0"/>
              <a:t>BM25 -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7FA43-96DB-85CB-6966-E0C825347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2745949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94667-EDA5-DB9A-B33C-DF8B27ED2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9A58F-331B-C59C-9F49-194CB4FD6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b="1" dirty="0"/>
              <a:t>ClustPsg - Pipeline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1ECC51-BA4A-A215-3FB1-0F3DD9882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416" y="2077763"/>
            <a:ext cx="9321167" cy="270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07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214EA-8CFE-9899-08AA-F33B8337A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C2893-B563-5EE4-314F-19D3701B8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b="1" dirty="0"/>
              <a:t>ClustPsg -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D6DA4-C574-56FE-4362-B2380C073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L" sz="2400" dirty="0"/>
              <a:t>Passage Retrieval hyper-parameters tuning</a:t>
            </a:r>
            <a:br>
              <a:rPr lang="en-IL" sz="2400" dirty="0"/>
            </a:br>
            <a:r>
              <a:rPr lang="en-IL" sz="2400" dirty="0"/>
              <a:t>(stride, overlap, max_sentences)</a:t>
            </a:r>
          </a:p>
          <a:p>
            <a:pPr marL="457200" indent="-457200">
              <a:buFont typeface="+mj-lt"/>
              <a:buAutoNum type="arabicPeriod"/>
            </a:pPr>
            <a:r>
              <a:rPr lang="en-IL" sz="2400" dirty="0"/>
              <a:t>Re-ranking Method (SVM vs cluster based)</a:t>
            </a:r>
          </a:p>
          <a:p>
            <a:pPr marL="457200" indent="-457200">
              <a:buFont typeface="+mj-lt"/>
              <a:buAutoNum type="arabicPeriod"/>
            </a:pPr>
            <a:r>
              <a:rPr lang="en-IL" sz="2400" dirty="0"/>
              <a:t>SVM training (feature selection, results propagation)</a:t>
            </a:r>
          </a:p>
          <a:p>
            <a:pPr marL="457200" indent="-457200">
              <a:buFont typeface="+mj-lt"/>
              <a:buAutoNum type="arabicPeriod"/>
            </a:pPr>
            <a:r>
              <a:rPr lang="en-IL" sz="2400" dirty="0"/>
              <a:t>Cluster based re-ranking method</a:t>
            </a:r>
          </a:p>
          <a:p>
            <a:pPr marL="457200" indent="-457200">
              <a:buFont typeface="+mj-lt"/>
              <a:buAutoNum type="arabicPeriod"/>
            </a:pPr>
            <a:endParaRPr lang="en-IL" sz="2400" dirty="0"/>
          </a:p>
          <a:p>
            <a:pPr marL="457200" indent="-457200">
              <a:buFont typeface="+mj-lt"/>
              <a:buAutoNum type="arabicPeriod"/>
            </a:pPr>
            <a:endParaRPr lang="en-IL" sz="2400" dirty="0"/>
          </a:p>
          <a:p>
            <a:pPr marL="457200" indent="-457200">
              <a:buFont typeface="+mj-lt"/>
              <a:buAutoNum type="arabicPeriod"/>
            </a:pPr>
            <a:endParaRPr lang="en-IL" sz="2400" dirty="0"/>
          </a:p>
          <a:p>
            <a:pPr marL="457200" indent="-457200">
              <a:buFont typeface="+mj-lt"/>
              <a:buAutoNum type="arabicPeriod"/>
            </a:pPr>
            <a:endParaRPr lang="en-IL" sz="2400" dirty="0"/>
          </a:p>
          <a:p>
            <a:pPr marL="457200" indent="-457200">
              <a:buFont typeface="+mj-lt"/>
              <a:buAutoNum type="arabicPeriod"/>
            </a:pPr>
            <a:endParaRPr lang="en-IL" sz="2400" dirty="0"/>
          </a:p>
          <a:p>
            <a:pPr marL="0" indent="0">
              <a:buNone/>
            </a:pPr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1316568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CC483-9BAD-5F51-D206-C48EE9DF0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9168C-2965-3F55-BCCC-ECF0E8071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b="1" dirty="0"/>
              <a:t>ClustPsg -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86771-2E06-96DD-6B15-1A90A666F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2015072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0771-C35C-1839-3EC7-385A3444A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BE87E-BAB8-75EC-A155-C9B0F57CD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b="1" dirty="0"/>
              <a:t>Cross-Encoder Reranker -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D9C03-F514-AAF4-7F31-4C58FDB3F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3401612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62299-145D-E494-CD8C-7455D2C93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F6CA5-2308-EEA2-BFE6-6410B5FF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988759" cy="1400530"/>
          </a:xfrm>
        </p:spPr>
        <p:txBody>
          <a:bodyPr/>
          <a:lstStyle/>
          <a:p>
            <a:r>
              <a:rPr lang="en-IL" b="1" dirty="0"/>
              <a:t>Cross-Encoder Reranker -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B8BEF-672F-3BCB-18BE-A7940ACE9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L" sz="2400" dirty="0"/>
              <a:t>Retrieval Method (BM25 vs Dense Retrieval)</a:t>
            </a:r>
          </a:p>
          <a:p>
            <a:pPr marL="457200" indent="-457200">
              <a:buFont typeface="+mj-lt"/>
              <a:buAutoNum type="arabicPeriod"/>
            </a:pPr>
            <a:r>
              <a:rPr lang="en-IL" sz="2400" dirty="0"/>
              <a:t>Generation of training datasets (Positives vs Negatives)</a:t>
            </a:r>
          </a:p>
          <a:p>
            <a:pPr marL="457200" indent="-457200">
              <a:buFont typeface="+mj-lt"/>
              <a:buAutoNum type="arabicPeriod"/>
            </a:pPr>
            <a:r>
              <a:rPr lang="en-IL" sz="2400" dirty="0"/>
              <a:t>Self-Trained vs Pre-Trained + Finetuned</a:t>
            </a:r>
          </a:p>
          <a:p>
            <a:pPr marL="457200" indent="-457200">
              <a:buFont typeface="+mj-lt"/>
              <a:buAutoNum type="arabicPeriod"/>
            </a:pPr>
            <a:r>
              <a:rPr lang="en-IL" sz="2400" dirty="0"/>
              <a:t>Hardware limitations (CPU vs GPU)</a:t>
            </a:r>
          </a:p>
          <a:p>
            <a:pPr marL="457200" indent="-457200">
              <a:buFont typeface="+mj-lt"/>
              <a:buAutoNum type="arabicPeriod"/>
            </a:pPr>
            <a:r>
              <a:rPr lang="en-IL" sz="2400" dirty="0"/>
              <a:t>Parameters Optimization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200" dirty="0" err="1"/>
              <a:t>ce_rerank_depth</a:t>
            </a:r>
            <a:endParaRPr lang="en-US" sz="2200" dirty="0"/>
          </a:p>
          <a:p>
            <a:pPr marL="857250" lvl="1" indent="-457200">
              <a:buFont typeface="+mj-lt"/>
              <a:buAutoNum type="arabicPeriod"/>
            </a:pPr>
            <a:r>
              <a:rPr lang="en-US" sz="2200" dirty="0" err="1"/>
              <a:t>ce_max_size</a:t>
            </a:r>
            <a:endParaRPr lang="en-IL" sz="2200" dirty="0"/>
          </a:p>
          <a:p>
            <a:pPr marL="457200" indent="-457200">
              <a:buFont typeface="+mj-lt"/>
              <a:buAutoNum type="arabicPeriod"/>
            </a:pPr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4051439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EE6EB-BE0F-096F-8FD9-FA6EF6EE2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4157B-F211-595C-0EE5-A909990FF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988759" cy="1400530"/>
          </a:xfrm>
        </p:spPr>
        <p:txBody>
          <a:bodyPr/>
          <a:lstStyle/>
          <a:p>
            <a:r>
              <a:rPr lang="en-IL" b="1" dirty="0"/>
              <a:t>Cross-Encoder Reranker -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A21B8-2BE9-8276-8380-F24939731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24552178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1837</TotalTime>
  <Words>133</Words>
  <Application>Microsoft Macintosh PowerPoint</Application>
  <PresentationFormat>Widescreen</PresentationFormat>
  <Paragraphs>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Text Retrieval – Final Project</vt:lpstr>
      <vt:lpstr>Attempted Approaches </vt:lpstr>
      <vt:lpstr>BM25 - Pipeline</vt:lpstr>
      <vt:lpstr>BM25 - Challenges</vt:lpstr>
      <vt:lpstr>BM25 - Results</vt:lpstr>
      <vt:lpstr>ClustPsg - Pipeline</vt:lpstr>
      <vt:lpstr>ClustPsg - Challenges</vt:lpstr>
      <vt:lpstr>ClustPsg - Results</vt:lpstr>
      <vt:lpstr>Cross-Encoder Reranker - Pipeline</vt:lpstr>
      <vt:lpstr>Cross-Encoder Reranker - Challenges</vt:lpstr>
      <vt:lpstr>Cross-Encoder Reranker -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Yuval Kaufman</dc:creator>
  <cp:lastModifiedBy>Yuval Kaufman</cp:lastModifiedBy>
  <cp:revision>6</cp:revision>
  <dcterms:created xsi:type="dcterms:W3CDTF">2026-01-16T06:18:15Z</dcterms:created>
  <dcterms:modified xsi:type="dcterms:W3CDTF">2026-01-17T12:55:23Z</dcterms:modified>
</cp:coreProperties>
</file>